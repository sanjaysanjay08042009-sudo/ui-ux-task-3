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228B5C"/>
                </a:solidFill>
              </a:rPr>
              <a:t>FOOD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1C2D28"/>
                </a:solidFill>
              </a:rPr>
              <a:t>Connecting Surplus Food with People in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28B38"/>
                </a:solidFill>
              </a:rPr>
              <a:t>A smart map-based food-sharing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65760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3794760"/>
            <a:ext cx="4974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187952"/>
            <a:ext cx="49743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Connect donors, NGOs, volunteers and communities through one location-aware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0584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22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5087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0" b="1">
                <a:solidFill>
                  <a:srgbClr val="228B5C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2D28"/>
                </a:solidFill>
              </a:rPr>
              <a:t>DONATE  →  CONNECT  → 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749039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28B38"/>
                </a:solidFill>
              </a:rPr>
              <a:t>👨‍🍳     🤝     🚴     ❤️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97880"/>
            <a:ext cx="353173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1C2D28"/>
                </a:solidFill>
              </a:rPr>
              <a:t>Student / Team Name</a:t>
            </a:r>
            <a:br>
              <a:rPr dirty="0"/>
            </a:br>
            <a:r>
              <a:rPr lang="en-US" dirty="0" err="1"/>
              <a:t>madhesh</a:t>
            </a:r>
            <a:r>
              <a:rPr lang="en-US" dirty="0"/>
              <a:t> .R/ </a:t>
            </a:r>
            <a:r>
              <a:rPr lang="en-US" dirty="0" err="1"/>
              <a:t>Takshashila</a:t>
            </a:r>
            <a:r>
              <a:rPr lang="en-US" dirty="0"/>
              <a:t> university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Food waste and food insecurity exist side by 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SURPLUS 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87794"/>
            <a:ext cx="294436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Restaurants, events, hotels, supermarkets and households can have safe surplus food.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LOCATION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3931"/>
            <a:ext cx="27013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1C2D28"/>
                </a:solidFill>
              </a:rPr>
              <a:t>Donors may not know where nearby</a:t>
            </a:r>
            <a:r>
              <a:rPr lang="en-US" sz="1300" b="0" dirty="0">
                <a:solidFill>
                  <a:srgbClr val="1C2D28"/>
                </a:solidFill>
              </a:rPr>
              <a:t> </a:t>
            </a:r>
          </a:p>
          <a:p>
            <a:pPr algn="l"/>
            <a:r>
              <a:rPr sz="1300" b="0" dirty="0">
                <a:solidFill>
                  <a:srgbClr val="1C2D28"/>
                </a:solidFill>
              </a:rPr>
              <a:t> food is needed or who can collect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COORDINATION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39112"/>
            <a:ext cx="31967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1C2D28"/>
                </a:solidFill>
              </a:rPr>
              <a:t>NGOs and volunteers need faster </a:t>
            </a:r>
            <a:endParaRPr lang="en-US" sz="1300" b="0" dirty="0">
              <a:solidFill>
                <a:srgbClr val="1C2D28"/>
              </a:solidFill>
            </a:endParaRPr>
          </a:p>
          <a:p>
            <a:pPr algn="l"/>
            <a:r>
              <a:rPr sz="1300" b="0" dirty="0">
                <a:solidFill>
                  <a:srgbClr val="1C2D28"/>
                </a:solidFill>
              </a:rPr>
              <a:t>communication, routing and status updates.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D24B41"/>
                </a:solidFill>
              </a:rPr>
              <a:t>FOOD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605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28B38"/>
                </a:solidFill>
              </a:rPr>
              <a:t>LOCATION +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605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28B5C"/>
                </a:solidFill>
              </a:rPr>
              <a:t>FOOD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486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C2D28"/>
                </a:solidFill>
              </a:rPr>
              <a:t>A real-time, map-based coordination layer can reduce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One platform connecting food, people and places.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965960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DONOR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59152"/>
            <a:ext cx="20939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Registers surplus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7792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8288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75304" y="1965960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359152"/>
            <a:ext cx="20939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Matches by location &amp;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1965960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VOLUNTEER / NGO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359152"/>
            <a:ext cx="20939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Collects and coordinates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2331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1828800"/>
            <a:ext cx="24231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0888" y="1965960"/>
            <a:ext cx="20939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2359152"/>
            <a:ext cx="20939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Food reaches people in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Donation registration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Interactive map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Nearby needs &amp; collection points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Pickup/delivery tracking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Notifications and donation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Map-Based Food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The map is the central coordination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315200" cy="4983480"/>
          </a:xfrm>
          <a:prstGeom prst="roundRect">
            <a:avLst/>
          </a:prstGeom>
          <a:solidFill>
            <a:srgbClr val="E8EFEB"/>
          </a:solidFill>
          <a:ln>
            <a:solidFill>
              <a:srgbClr val="22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508760"/>
            <a:ext cx="7315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1508760"/>
            <a:ext cx="7315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7315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0" y="1508760"/>
            <a:ext cx="7315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6858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291840"/>
            <a:ext cx="6858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6858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5577840"/>
            <a:ext cx="68580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28B38"/>
                </a:solidFill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0391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D28"/>
                </a:solidFill>
              </a:rPr>
              <a:t>Donor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432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7EBE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7706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D28"/>
                </a:solidFill>
              </a:rPr>
              <a:t>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548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24B41"/>
                </a:solidFill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823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D28"/>
                </a:solidFill>
              </a:rPr>
              <a:t>Food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303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7D58AA"/>
                </a:solidFill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53309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D28"/>
                </a:solidFill>
              </a:rPr>
              <a:t>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576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228B5C"/>
                </a:solidFill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D28"/>
                </a:solidFill>
              </a:rPr>
              <a:t>Volunteer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417320"/>
            <a:ext cx="3337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1554480"/>
            <a:ext cx="30083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MAP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1947672"/>
            <a:ext cx="3008376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Current location</a:t>
            </a:r>
            <a:br/>
            <a:r>
              <a:t>Nearby donors &amp; NGOs</a:t>
            </a:r>
            <a:br/>
            <a:r>
              <a:t>Food-need zones</a:t>
            </a:r>
            <a:br/>
            <a:r>
              <a:t>Route navigation</a:t>
            </a:r>
            <a:br/>
            <a:r>
              <a:t>Distance &amp; ETA</a:t>
            </a:r>
            <a:br/>
            <a:r>
              <a:t>Map filters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From surplus food to completed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373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305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Register surplus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659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7373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1305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Verify food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659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373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305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Add location to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9659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00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17373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1305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Notify nearby NGO / volunteer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794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1879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Accept pickup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0233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6576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9312" y="3794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41879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Collect 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0233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576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794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1879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Deliver / 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0233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6576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08592" y="3794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4187952"/>
            <a:ext cx="2002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Mark completed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Each role has a focused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645919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DONOR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39112"/>
            <a:ext cx="506577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Add surplus food</a:t>
            </a:r>
            <a:br/>
            <a:r>
              <a:t>Quantity &amp; expiry</a:t>
            </a:r>
            <a:br/>
            <a:r>
              <a:t>Pickup location</a:t>
            </a:r>
            <a:br/>
            <a:r>
              <a:t>Track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0876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1" y="1645919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NGO / FOOD 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1" y="2039112"/>
            <a:ext cx="506577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Post requirements</a:t>
            </a:r>
            <a:br/>
            <a:r>
              <a:t>Accept donations</a:t>
            </a:r>
            <a:br/>
            <a:r>
              <a:t>Manage distribution</a:t>
            </a:r>
            <a:br/>
            <a:r>
              <a:t>Monitor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3192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4069080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VOLUNTEER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462272"/>
            <a:ext cx="506577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View nearby tasks</a:t>
            </a:r>
            <a:br/>
            <a:r>
              <a:t>Accept pickup</a:t>
            </a:r>
            <a:br/>
            <a:r>
              <a:t>Navigate routes</a:t>
            </a:r>
            <a:br/>
            <a:r>
              <a:t>Update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93192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4069080"/>
            <a:ext cx="5065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4462272"/>
            <a:ext cx="5065776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Verify users/orgs</a:t>
            </a:r>
            <a:br/>
            <a:r>
              <a:t>Monitor donations</a:t>
            </a:r>
            <a:br/>
            <a:r>
              <a:t>Manage locations</a:t>
            </a:r>
            <a:br/>
            <a:r>
              <a:t>Handle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Smart Map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Location intelligence turns coordination into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63039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Current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463039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Nearby food donors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856231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42316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Nearby NGOs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81635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Food collection centres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81635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383279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Food requirement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77647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24612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383279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Route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77647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34340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Distance calculation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73659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0624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34340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Estimated travel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73659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6636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530352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Location-based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69671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166360"/>
            <a:ext cx="5074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5303520"/>
            <a:ext cx="4745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Map filters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5696712"/>
            <a:ext cx="4745736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Location-aware discovery and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Modular architecture for a scalable prototype.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331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08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20025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Flutter / React</a:t>
            </a:r>
            <a:br/>
            <a:r>
              <a:t>Responsive UI</a:t>
            </a:r>
            <a:br/>
            <a:r>
              <a:t>Map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71600"/>
            <a:ext cx="2331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27832" y="1508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1901952"/>
            <a:ext cx="20025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FastAPI / Node.js</a:t>
            </a:r>
            <a:br/>
            <a:r>
              <a:t>REST APIs</a:t>
            </a:r>
            <a:br/>
            <a:r>
              <a:t>Authentication</a:t>
            </a:r>
            <a:br/>
            <a:r>
              <a:t>Donation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371600"/>
            <a:ext cx="2331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508760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901952"/>
            <a:ext cx="20025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PostgreSQL</a:t>
            </a:r>
            <a:br/>
            <a:r>
              <a:t>Users</a:t>
            </a:r>
            <a:br/>
            <a:r>
              <a:t>Donations</a:t>
            </a:r>
            <a:br/>
            <a:r>
              <a:t>Locations</a:t>
            </a:r>
            <a:br/>
            <a:r>
              <a:t>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508760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D58AA"/>
                </a:solidFill>
              </a:rPr>
              <a:t>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901952"/>
            <a:ext cx="314553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Google Maps API or OpenStreetMap</a:t>
            </a:r>
            <a:br/>
            <a:r>
              <a:t>Geolocation</a:t>
            </a:r>
            <a:br/>
            <a:r>
              <a:t>Routing</a:t>
            </a:r>
            <a:br/>
            <a:r>
              <a:t>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2D28"/>
                </a:solidFill>
              </a:rPr>
              <a:t>Mobile / Web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2D28"/>
                </a:solidFill>
              </a:rPr>
              <a:t>API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14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C2D2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C2D28"/>
                </a:solidFill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7D58AA"/>
                </a:solidFill>
              </a:rPr>
              <a:t>Maps API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92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28B38"/>
                </a:solidFill>
              </a:rPr>
              <a:t>Notification Service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Empathy &amp;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Technology is used to strengthen community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28B5C"/>
                </a:solidFill>
              </a:rPr>
              <a:t>ENVIRONMENTAL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39112"/>
            <a:ext cx="3054096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C2D28"/>
                </a:solidFill>
              </a:rPr>
              <a:t>Reduce avoidable food waste</a:t>
            </a:r>
            <a:br/>
            <a:r>
              <a:t>Encourage responsible sharing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28B38"/>
                </a:solidFill>
              </a:rPr>
              <a:t>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39112"/>
            <a:ext cx="29851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1C2D28"/>
                </a:solidFill>
              </a:rPr>
              <a:t>Connect surplus food with people who </a:t>
            </a:r>
            <a:endParaRPr lang="en-US" sz="1300" b="0" dirty="0">
              <a:solidFill>
                <a:srgbClr val="1C2D28"/>
              </a:solidFill>
            </a:endParaRPr>
          </a:p>
          <a:p>
            <a:pPr algn="l"/>
            <a:r>
              <a:rPr sz="1300" b="0" dirty="0">
                <a:solidFill>
                  <a:srgbClr val="1C2D28"/>
                </a:solidFill>
              </a:rPr>
              <a:t>need assistance</a:t>
            </a:r>
            <a:br>
              <a:rPr dirty="0"/>
            </a:br>
            <a:r>
              <a:rPr dirty="0"/>
              <a:t>Support NGOs and volunteers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0876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645919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3F7EBE"/>
                </a:solidFill>
              </a:rPr>
              <a:t>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39112"/>
            <a:ext cx="2671180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1C2D28"/>
                </a:solidFill>
              </a:rPr>
              <a:t>Build a local food-sharing network</a:t>
            </a:r>
            <a:br>
              <a:rPr dirty="0"/>
            </a:br>
            <a:r>
              <a:rPr dirty="0"/>
              <a:t>Improve coordination and </a:t>
            </a:r>
            <a:endParaRPr lang="en-US" dirty="0"/>
          </a:p>
          <a:p>
            <a:pPr algn="l"/>
            <a:r>
              <a:rPr dirty="0"/>
              <a:t>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28B38"/>
                </a:solidFill>
              </a:rPr>
              <a:t>SURPLUS FOOD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C2D28"/>
                </a:solidFill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3F7EBE"/>
                </a:solidFill>
              </a:rP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C2D28"/>
                </a:solidFill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28B5C"/>
                </a:solidFill>
              </a:rPr>
              <a:t>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C2D28"/>
                </a:solidFill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3891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7D58AA"/>
                </a:solidFill>
              </a:rPr>
              <a:t>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Safety &amp; Food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Responsible donation needs clear information and oversight.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Food type and preparation information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Use-by / expiry information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Quantity and storage condition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Donor and organization verification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Report inappropriate or unsafe donations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Admin monitoring and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28800"/>
            <a:ext cx="4663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1965960"/>
            <a:ext cx="4334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24B41"/>
                </a:solidFill>
              </a:rPr>
              <a:t>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359152"/>
            <a:ext cx="4197303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1C2D28"/>
                </a:solidFill>
              </a:rPr>
              <a:t>The platform should encourage compliance with applicable</a:t>
            </a:r>
            <a:endParaRPr lang="en-US" sz="1300" b="0" dirty="0">
              <a:solidFill>
                <a:srgbClr val="1C2D28"/>
              </a:solidFill>
            </a:endParaRPr>
          </a:p>
          <a:p>
            <a:pPr algn="l"/>
            <a:r>
              <a:rPr sz="1300" b="0" dirty="0">
                <a:solidFill>
                  <a:srgbClr val="1C2D28"/>
                </a:solidFill>
              </a:rPr>
              <a:t> local food-safety requirements. A listed donation is not</a:t>
            </a:r>
            <a:endParaRPr lang="en-US" sz="1300" b="0" dirty="0">
              <a:solidFill>
                <a:srgbClr val="1C2D28"/>
              </a:solidFill>
            </a:endParaRPr>
          </a:p>
          <a:p>
            <a:pPr algn="l"/>
            <a:r>
              <a:rPr sz="1300" b="0" dirty="0">
                <a:solidFill>
                  <a:srgbClr val="1C2D28"/>
                </a:solidFill>
              </a:rPr>
              <a:t> automatically guaranteed to be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C2D28"/>
                </a:solidFill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28B5C"/>
                </a:solidFill>
              </a:rPr>
              <a:t>Ideas that can make the platform more intelligent and scalable.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AI-based food demand prediction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Smart donor–NGO matching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AI-assisted route optimization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Food-waste prediction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Real-time delivery tracking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Multilingual and voice support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Food-demand heat maps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Corporate and restaurant partnerships</a:t>
            </a:r>
          </a:p>
          <a:p>
            <a:pPr>
              <a:spcAft>
                <a:spcPts val="900"/>
              </a:spcAft>
              <a:defRPr sz="1700">
                <a:solidFill>
                  <a:srgbClr val="1C2D28"/>
                </a:solidFill>
              </a:defRPr>
            </a:pPr>
            <a:r>
              <a:t>• Analytics for impact measurement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228B5C"/>
                </a:solidFill>
              </a:rPr>
              <a:t>FOOD EMPATHY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C2D28"/>
                </a:solidFill>
              </a:rPr>
              <a:t>Don't Waste Food. Share It With Empathy.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28B38"/>
                </a:solidFill>
              </a:rPr>
              <a:t>DONATE   →   CONNECT   →   COLLECT   →   DELIVER   →  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1C2D28"/>
                </a:solidFill>
              </a:rPr>
              <a:t>A map-based platform for more organized, transparent and location-aware food sharing.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28B5C"/>
                </a:solidFill>
              </a:rPr>
              <a:t>Thank You</a:t>
            </a:r>
            <a:br/>
            <a:r>
              <a:t>Team Name • College Name •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721</Words>
  <Application>Microsoft Office PowerPoint</Application>
  <PresentationFormat>Widescreen</PresentationFormat>
  <Paragraphs>175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MADHESH</dc:creator>
  <cp:keywords/>
  <dc:description>generated using python-pptx</dc:description>
  <cp:lastModifiedBy>madhesh2510@outlook.com</cp:lastModifiedBy>
  <cp:revision>2</cp:revision>
  <dcterms:created xsi:type="dcterms:W3CDTF">2013-01-27T09:14:16Z</dcterms:created>
  <dcterms:modified xsi:type="dcterms:W3CDTF">2026-10-01T05:58:04Z</dcterms:modified>
  <cp:category/>
</cp:coreProperties>
</file>